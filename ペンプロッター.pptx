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>
        <p:scale>
          <a:sx n="173" d="100"/>
          <a:sy n="173" d="100"/>
        </p:scale>
        <p:origin x="144" y="-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76DB74-2DEE-4A11-68A8-135C5D493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C248497-8AA1-9979-F1A2-B73E57EEA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80CAD1-D75E-B89A-CE86-93D564B2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28BF-2681-B645-A30D-6A85968DFEBC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18CDC2-B2FF-DC67-14C7-7912647D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4496E1-9C69-1FDD-5DDF-2F28FCF4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40CBE-4056-E747-8966-8443C06AD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319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3ADD1E-D6A3-D139-AE53-726A0B243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4979DA-2451-DB00-6BE0-95A91467B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277305-3794-749E-A3DF-D38D7271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28BF-2681-B645-A30D-6A85968DFEBC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B55C0C-8FA1-08A2-705A-824E6F87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76E1B5-F339-45EB-ED8D-54ACC6AB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40CBE-4056-E747-8966-8443C06AD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177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845EEB-012D-25DF-664C-63C3E88A2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C896A1-4D4D-1311-0C4A-379AFF73B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D00F17-8ECC-B64E-A499-9257DB5A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28BF-2681-B645-A30D-6A85968DFEBC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3F36D3-55E6-6A0B-B0E5-05DE5F8EA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425551-DCF7-1494-DEBE-1CCF67ED9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40CBE-4056-E747-8966-8443C06AD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62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F7A97A-9A62-2C47-4F9C-5B2AAF75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1332A5-338D-7CA0-AD8A-203CDB116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0347CA6-0919-3020-53E7-9DF83D1CB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D93349-7C99-CE0C-07C0-6BD827B4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28BF-2681-B645-A30D-6A85968DFEBC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F9E5DB-411E-BC3C-3B16-396CFF1C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7AC94C-7920-2CB5-93BD-3490341B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40CBE-4056-E747-8966-8443C06AD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4317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7949A8-0ACD-5DC7-EE0E-9088F793F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F6A823-0DC1-555E-1E13-1E824E5DA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21A63C-E42A-2CAE-4CFA-187149438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2B1C886-8FEB-4BB1-4032-79432AD5D9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63EF8C1-C574-2451-C94D-011D7E4756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5985E4C-B722-2E6C-43E0-3B0082A7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28BF-2681-B645-A30D-6A85968DFEBC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BAB3703-0397-3A00-A755-4602901BF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1D7946-F615-439B-2CE3-83CCE53A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40CBE-4056-E747-8966-8443C06AD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7067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CA0A07-91D2-D8C1-1197-7458875F3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197B67-23D5-652F-0ABE-0FDC69BA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28BF-2681-B645-A30D-6A85968DFEBC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AD08EAD-A4EE-793B-B40F-529228ED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DB9A02B-63D8-0E03-92CD-A05E6C1E2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40CBE-4056-E747-8966-8443C06AD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2230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214657F-198C-0AB9-87DB-E19087BC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28BF-2681-B645-A30D-6A85968DFEBC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3331FB4-FE23-8C36-49AA-DC144F3E8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18C165-7729-4EC3-CE9A-C9FE248A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40CBE-4056-E747-8966-8443C06AD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5871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F5246-13AA-1386-8C7B-1A6C406A8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FDAC6D-2822-5D16-E16C-01A89CD94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AA315D-0DFC-FE6B-ACCD-64E72765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4D52BB-87E3-A286-F620-BB2211FF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28BF-2681-B645-A30D-6A85968DFEBC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7863A9-5028-DE50-2C46-8905F82A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1FFC35-A47B-EF45-F6CE-63F47496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40CBE-4056-E747-8966-8443C06AD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59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286456-A96E-6DCB-E571-687C510D5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3507046-9A56-6455-E456-D9DE7E9D5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FB8FDF-2CCF-6A41-0069-1CF0593EE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D9A510-6B10-A752-C99F-0E06CC770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28BF-2681-B645-A30D-6A85968DFEBC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427A37-5B62-48B9-916B-A4C123D6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A1B05C-D74B-D85B-A801-DDEB93A69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40CBE-4056-E747-8966-8443C06AD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571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7EE085-91C5-122D-8836-6B7FD7EC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468EBD-2835-485E-DE14-248D39519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98DF99-AD4A-B572-B346-F9013C2AB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28BF-2681-B645-A30D-6A85968DFEBC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AD09F0-0FB5-DB8F-4F86-A2B3A7B7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57B408-7731-51C3-BFE7-0882E6B8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40CBE-4056-E747-8966-8443C06AD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829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F2C8620-5F0A-8063-EBC6-CDB185920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D772B0-62BD-33EC-8994-3740BD2EB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A333C2-0401-CCBF-9FD1-29E209C4A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28BF-2681-B645-A30D-6A85968DFEBC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A250F6-91A3-77C5-4593-807350EF4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9317FC-D51E-DAF3-4619-9D1CB63C1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40CBE-4056-E747-8966-8443C06AD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22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646714-6075-2665-D85B-AA8C9CDB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F63A55-26AA-66F7-3F25-3B9045687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B1B06B-8887-E32E-85C3-D33AB58B3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428BF-2681-B645-A30D-6A85968DFEBC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772262-3A4D-0205-61AC-EB2BDC2C7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29A5E4-D99A-9CFE-3130-F731E5D59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40CBE-4056-E747-8966-8443C06AD0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931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488A01D-C664-9AA4-80C9-97F0B9F085C8}"/>
              </a:ext>
            </a:extLst>
          </p:cNvPr>
          <p:cNvSpPr/>
          <p:nvPr/>
        </p:nvSpPr>
        <p:spPr>
          <a:xfrm rot="18696929">
            <a:off x="3443220" y="3630087"/>
            <a:ext cx="282388" cy="1842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25D91D6-79B4-5937-DC9E-9A7B67157AD7}"/>
              </a:ext>
            </a:extLst>
          </p:cNvPr>
          <p:cNvSpPr/>
          <p:nvPr/>
        </p:nvSpPr>
        <p:spPr>
          <a:xfrm rot="2188550">
            <a:off x="5293678" y="3630087"/>
            <a:ext cx="282388" cy="1842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72D5F28-2DD5-8C75-B965-EAB507416CA2}"/>
              </a:ext>
            </a:extLst>
          </p:cNvPr>
          <p:cNvSpPr/>
          <p:nvPr/>
        </p:nvSpPr>
        <p:spPr>
          <a:xfrm rot="13203773">
            <a:off x="3302122" y="2491065"/>
            <a:ext cx="282388" cy="1842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C062320-07B8-B96F-7130-885DF995B7BE}"/>
              </a:ext>
            </a:extLst>
          </p:cNvPr>
          <p:cNvSpPr/>
          <p:nvPr/>
        </p:nvSpPr>
        <p:spPr>
          <a:xfrm rot="7533704">
            <a:off x="5123366" y="2491064"/>
            <a:ext cx="282388" cy="1842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98B84FE-A72B-9449-5F8F-073692703064}"/>
              </a:ext>
            </a:extLst>
          </p:cNvPr>
          <p:cNvSpPr/>
          <p:nvPr/>
        </p:nvSpPr>
        <p:spPr>
          <a:xfrm rot="5400000">
            <a:off x="4458863" y="4778819"/>
            <a:ext cx="282388" cy="911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794AF6-41CE-54AD-2918-B5B4CB16AE56}"/>
              </a:ext>
            </a:extLst>
          </p:cNvPr>
          <p:cNvSpPr/>
          <p:nvPr/>
        </p:nvSpPr>
        <p:spPr>
          <a:xfrm rot="5400000">
            <a:off x="4114343" y="2359597"/>
            <a:ext cx="282388" cy="911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831B5A7F-C88B-E829-3ED5-A71B0DC7A7FA}"/>
              </a:ext>
            </a:extLst>
          </p:cNvPr>
          <p:cNvSpPr/>
          <p:nvPr/>
        </p:nvSpPr>
        <p:spPr>
          <a:xfrm>
            <a:off x="3871909" y="4851009"/>
            <a:ext cx="767255" cy="76725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8AC4A5A5-A0E9-73B5-3791-4803E79060A1}"/>
              </a:ext>
            </a:extLst>
          </p:cNvPr>
          <p:cNvSpPr/>
          <p:nvPr/>
        </p:nvSpPr>
        <p:spPr>
          <a:xfrm>
            <a:off x="4600057" y="4851008"/>
            <a:ext cx="767255" cy="76725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AD693EFB-D6F6-8F90-21AB-42BC1EA9BCFF}"/>
              </a:ext>
            </a:extLst>
          </p:cNvPr>
          <p:cNvSpPr/>
          <p:nvPr/>
        </p:nvSpPr>
        <p:spPr>
          <a:xfrm>
            <a:off x="4110453" y="2674220"/>
            <a:ext cx="317344" cy="28238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吹き出し 12">
            <a:extLst>
              <a:ext uri="{FF2B5EF4-FFF2-40B4-BE49-F238E27FC236}">
                <a16:creationId xmlns:a16="http://schemas.microsoft.com/office/drawing/2014/main" id="{253EA855-2EB6-B959-4969-A0071C7298A8}"/>
              </a:ext>
            </a:extLst>
          </p:cNvPr>
          <p:cNvSpPr/>
          <p:nvPr/>
        </p:nvSpPr>
        <p:spPr>
          <a:xfrm>
            <a:off x="3799718" y="5906729"/>
            <a:ext cx="1464842" cy="412955"/>
          </a:xfrm>
          <a:prstGeom prst="wedgeRectCallout">
            <a:avLst>
              <a:gd name="adj1" fmla="val -18819"/>
              <a:gd name="adj2" fmla="val -1035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モーター</a:t>
            </a:r>
          </a:p>
        </p:txBody>
      </p:sp>
      <p:sp>
        <p:nvSpPr>
          <p:cNvPr id="14" name="四角形吹き出し 13">
            <a:extLst>
              <a:ext uri="{FF2B5EF4-FFF2-40B4-BE49-F238E27FC236}">
                <a16:creationId xmlns:a16="http://schemas.microsoft.com/office/drawing/2014/main" id="{8AB629EA-6F1D-81AE-63DB-EF512413BBFF}"/>
              </a:ext>
            </a:extLst>
          </p:cNvPr>
          <p:cNvSpPr/>
          <p:nvPr/>
        </p:nvSpPr>
        <p:spPr>
          <a:xfrm>
            <a:off x="3695376" y="1793527"/>
            <a:ext cx="1464842" cy="412955"/>
          </a:xfrm>
          <a:prstGeom prst="wedgeRectCallout">
            <a:avLst>
              <a:gd name="adj1" fmla="val -10764"/>
              <a:gd name="adj2" fmla="val 15535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ペン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0763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26986</TotalTime>
  <Words>2</Words>
  <Application>Microsoft Macintosh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k2412562</dc:creator>
  <cp:lastModifiedBy>k2412562</cp:lastModifiedBy>
  <cp:revision>1</cp:revision>
  <dcterms:created xsi:type="dcterms:W3CDTF">2025-10-31T07:54:32Z</dcterms:created>
  <dcterms:modified xsi:type="dcterms:W3CDTF">2025-11-19T01:41:17Z</dcterms:modified>
</cp:coreProperties>
</file>