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233" d="100"/>
          <a:sy n="233" d="100"/>
        </p:scale>
        <p:origin x="-2104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08788-3039-3219-4545-4F2F51972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47327A5-9E20-6F40-5CBA-11C3D86BB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C2FCD-F20F-2AF8-84AA-6BEDED70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DF6708-84A4-CED2-BE0A-84DAD793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5F5F27-052F-2B84-91CA-FE952C69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54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BBF17-F271-ACAE-2E49-3CF70983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D7750F-D168-11FB-2F4C-403610FDF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25ECBF-2164-A876-495A-41161821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3ACDC1-7F05-1A64-8B17-05ED8728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C92F7F-E6F2-620D-6619-1BB92AA25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73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E0338-BF00-7ED6-D19B-73D0B671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E16D0-E9FB-6F0A-473D-44E14FDF3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F27921-DF27-1E4A-BF22-92EBC35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CFB3DB-AFEA-4C95-5B19-F1D6FA33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5FBE1-D902-8AE2-11C5-742219C4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67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DBA1D2-58D0-1CEE-5C74-084E2373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8D5B09-0DF1-A4B5-1048-34263EEAD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C9FFEA-6E1A-77C7-E028-E118B6779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E5271E-A1FB-A9C5-6B56-B1849A07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C0433D-FA93-32C5-CB26-5D892AE5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66D727-83E1-D66C-6C10-11AC36F0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20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6A13DF-0BC6-B348-91B2-958842DB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96A1E1-82FA-12CF-AB5B-CA66CFE4B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EED287D-CCC7-C9ED-9E82-79845DFE3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6F473C-A09C-56CB-38BD-153F5B582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AE7AC5-B841-2A1B-20EC-43080305E2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D6F7B62-7E4F-E32A-010E-C4A3D3BD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A7DE66C-5758-68E5-8651-BF4C4C81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81CFAAA-A74B-BF03-1FBA-3B30A719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3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D69CE-E5F4-A3BB-FE95-3F07877E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00757F-D4F4-03EA-397A-52E55C7E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2B50AD-2F8E-1753-3A0F-569FC835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079643-E513-C492-8C8B-69C32727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57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89C39D-F6EE-D85B-2A27-C206B5CE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0B4E11-5B52-10AC-2610-E1A7F025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CACA-5636-FF27-C39F-2AB01D92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54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2E14E-0C46-29B0-5E3A-DD48A2D3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92A00C-714A-05A1-1630-EA58C0DAA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7CE822-7120-DD68-0776-43063BF71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8161B3-AA4A-3132-37CC-022731DD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FB819F-0C29-E035-C68A-7D7E7A7D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162DAC-9A38-412A-44A3-A0009CE6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64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A94E69-1ECE-169A-28CC-ACEA07DE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48D4F8-7B3B-2CB3-3CEB-7D051D13E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7E63E9-CAAE-9A0E-1134-499653BE6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D99683-5DE4-214E-12DC-101E61FA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50DD0D-175A-9F8C-173F-35C8140D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7237DB-5526-C212-1B29-4385342C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43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CB3E44-B29D-560C-2F48-A15A9AA8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93E636-7B5B-F781-A542-B30F54617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A4232-49BA-D4CB-BB7C-42CD6A759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F88805-A648-3200-2166-4B5AFF2A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213C86-3FC4-F957-3E07-1FB9D2F0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02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20EB144-3E09-D5D3-B307-9AF4996D7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35FC7D-D2DA-3534-34C8-96948C55C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4B4E6B-758D-341B-E734-9FC2BF5F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8B1288-96A9-7111-1079-DA194ABA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C3D75-A4CF-6861-BFB6-EF7B66AC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02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BECA7E-19F3-479D-2379-EE94A71B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E620FC-EB4E-395C-750C-BA62B81A4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A87645-787A-9837-54A9-87202CA96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1D812-2543-C148-AA8B-06E186270DCF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B966D6-23CB-723C-733D-EA79C74C0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A7709C-C2B7-771C-39C5-4F6DB073B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35CDF-A9A8-CE44-8194-82ED973E4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70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7C6CF5-0979-8FD8-16B5-32D52FAC269A}"/>
              </a:ext>
            </a:extLst>
          </p:cNvPr>
          <p:cNvSpPr txBox="1"/>
          <p:nvPr/>
        </p:nvSpPr>
        <p:spPr>
          <a:xfrm>
            <a:off x="4172607" y="1744717"/>
            <a:ext cx="1292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/>
              <a:t>五</a:t>
            </a:r>
          </a:p>
        </p:txBody>
      </p:sp>
    </p:spTree>
    <p:extLst>
      <p:ext uri="{BB962C8B-B14F-4D97-AF65-F5344CB8AC3E}">
        <p14:creationId xmlns:p14="http://schemas.microsoft.com/office/powerpoint/2010/main" val="373358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</Words>
  <Application>Microsoft Macintosh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k2412562</dc:creator>
  <cp:lastModifiedBy>k2412562</cp:lastModifiedBy>
  <cp:revision>1</cp:revision>
  <dcterms:created xsi:type="dcterms:W3CDTF">2025-11-21T05:16:59Z</dcterms:created>
  <dcterms:modified xsi:type="dcterms:W3CDTF">2025-11-21T17:28:17Z</dcterms:modified>
</cp:coreProperties>
</file>